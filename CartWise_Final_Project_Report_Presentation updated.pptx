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CARTWISE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34747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DD4BF"/>
                </a:solidFill>
              </a:rPr>
              <a:t>PROJECT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EC8D7"/>
                </a:solidFill>
              </a:rPr>
              <a:t>Online Shopping Product Optimizer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0584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F5F7FA"/>
                </a:solidFill>
              </a:defRPr>
            </a:pPr>
            <a:r>
              <a:t>Student Names &amp; Roll Numbers: ______________________________</a:t>
            </a:r>
          </a:p>
          <a:p>
            <a:pPr>
              <a:spcAft>
                <a:spcPts val="1800"/>
              </a:spcAft>
              <a:defRPr sz="2000">
                <a:solidFill>
                  <a:srgbClr val="F5F7FA"/>
                </a:solidFill>
              </a:defRPr>
            </a:pPr>
            <a:r>
              <a:t>Department &amp; College: CSE (AI &amp; ML) — Malla Reddy Vishwavidhyapeeth</a:t>
            </a:r>
          </a:p>
          <a:p>
            <a:pPr>
              <a:spcAft>
                <a:spcPts val="1800"/>
              </a:spcAft>
              <a:defRPr sz="2000">
                <a:solidFill>
                  <a:srgbClr val="F5F7FA"/>
                </a:solidFill>
              </a:defRPr>
            </a:pPr>
            <a:r>
              <a:t>Guide Name: ______________________________</a:t>
            </a:r>
          </a:p>
          <a:p>
            <a:pPr>
              <a:spcAft>
                <a:spcPts val="1800"/>
              </a:spcAft>
              <a:defRPr sz="2000">
                <a:solidFill>
                  <a:srgbClr val="F5F7FA"/>
                </a:solidFill>
              </a:defRPr>
            </a:pPr>
            <a:r>
              <a:t>Academic Year: 2026–2027</a:t>
            </a:r>
          </a:p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CARTWISE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34747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DD4BF"/>
                </a:solidFill>
              </a:rPr>
              <a:t>PROJECT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EC8D7"/>
                </a:solidFill>
              </a:rPr>
              <a:t>Online Shopping Product Optimizer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0584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F5F7FA"/>
                </a:solidFill>
              </a:defRPr>
            </a:pPr>
            <a:r>
              <a:t>Student Names &amp; Roll Numbers: ______________________________</a:t>
            </a:r>
          </a:p>
          <a:p>
            <a:pPr>
              <a:spcAft>
                <a:spcPts val="1800"/>
              </a:spcAft>
              <a:defRPr sz="2000">
                <a:solidFill>
                  <a:srgbClr val="F5F7FA"/>
                </a:solidFill>
              </a:defRPr>
            </a:pPr>
            <a:r>
              <a:t>Department &amp; College: CSE (AI &amp; ML) — Malla Reddy Vishwavidhyapeeth</a:t>
            </a:r>
          </a:p>
          <a:p>
            <a:pPr>
              <a:spcAft>
                <a:spcPts val="1800"/>
              </a:spcAft>
              <a:defRPr sz="2000">
                <a:solidFill>
                  <a:srgbClr val="F5F7FA"/>
                </a:solidFill>
              </a:defRPr>
            </a:pPr>
            <a:r>
              <a:t>Guide Name: ______________________________</a:t>
            </a:r>
          </a:p>
          <a:p>
            <a:pPr>
              <a:spcAft>
                <a:spcPts val="1800"/>
              </a:spcAft>
              <a:defRPr sz="2000">
                <a:solidFill>
                  <a:srgbClr val="F5F7FA"/>
                </a:solidFill>
              </a:defRPr>
            </a:pPr>
            <a:r>
              <a:t>Academic Year: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2. Abstract &amp;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34747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DD4BF"/>
                </a:solidFill>
              </a:rPr>
              <a:t>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EC8D7"/>
                </a:solidFill>
              </a:rPr>
              <a:t>Project overview, background, proposed solution and 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CartWise is an interactive web app that helps shoppers select an optimized basket within a fixed budget.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Problem background: shoppers have many products but limited money, and different users value rating, utility or discount differently.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Proposed solution: set a budget, choose a value metric, and compute an explainable basket using 0/1 Knapsack.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Purpose: demonstrate how Data Structures and Algorithms can solve a practical online-shopping optimization problem.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2. Abstract &amp;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34747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DD4BF"/>
                </a:solidFill>
              </a:rPr>
              <a:t>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EC8D7"/>
                </a:solidFill>
              </a:rPr>
              <a:t>Project overview, background, proposed solution and 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CartWise is an interactive web app that helps shoppers select an optimized basket within a fixed budget.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Problem background: shoppers have many products but limited money, and different users value rating, utility or discount differently.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Proposed solution: set a budget, choose a value metric, and compute an explainable basket using 0/1 Knapsack.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Purpose: demonstrate how Data Structures and Algorithms can solve a practical online-shopping optimization problem.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3. Problem Statement, Objectives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34747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DD4BF"/>
                </a:solidFill>
              </a:rPr>
              <a:t>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EC8D7"/>
                </a:solidFill>
              </a:rPr>
              <a:t>Turning a real-world shopping decision into an optimization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Problem statement: select products without exceeding the budget while maximizing user-defined value; each product is either selected or skipped.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Objectives: optimize the basket, compare optimal and greedy approaches, demonstrate sorting and fast search, and explain why items were selected.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Scope: budget-based product optimization, product ranking, price-cap search, algorithm comparison and interactive results.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Target users: shoppers, students and demonstrators learning or applying DAA concepts.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3. Problem Statement, Objectives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34747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DD4BF"/>
                </a:solidFill>
              </a:rPr>
              <a:t>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EC8D7"/>
                </a:solidFill>
              </a:rPr>
              <a:t>Turning a real-world shopping decision into an optimization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Problem statement: select products without exceeding the budget while maximizing user-defined value; each product is either selected or skipped.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Objectives: optimize the basket, compare optimal and greedy approaches, demonstrate sorting and fast search, and explain why items were selected.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Scope: budget-based product optimization, product ranking, price-cap search, algorithm comparison and interactive results.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Target users: shoppers, students and demonstrators learning or applying DAA concepts.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4. Features &amp; Functional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34747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DD4BF"/>
                </a:solidFill>
              </a:rPr>
              <a:t>FUNCTIONAL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EC8D7"/>
                </a:solidFill>
              </a:rPr>
              <a:t>Main user-facing capabilities and system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Main features: budget selection; Combined, Rating, Utility and Discount metrics; optimized basket; Greedy comparison; sorting and Binary Search demonstrations.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User functionalities: add/remove products, set budget, select a metric, run optimization and view selected items, value, spend and leftover.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CRUD operations: Create and Delete are supported for the live product list; Read is used to display product data; Update can be treated as an extension if persistent editing is required.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Authentication &amp; validation: authentication is not specified in the current project; budget/product inputs should be validated before processing.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System requirements: modern browser and JavaScript/TypeScript-capable environment; current implementation is a web application.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4. Features &amp; Functional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34747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DD4BF"/>
                </a:solidFill>
              </a:rPr>
              <a:t>FUNCTIONAL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EC8D7"/>
                </a:solidFill>
              </a:rPr>
              <a:t>Main user-facing capabilities and system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Main features: budget selection; Combined, Rating, Utility and Discount metrics; optimized basket; Greedy comparison; sorting and Binary Search demonstrations.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User functionalities: add/remove products, set budget, select a metric, run optimization and view selected items, value, spend and leftover.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CRUD operations: Create and Delete are supported for the live product list; Read is used to display product data; Update can be treated as an extension if persistent editing is required.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Authentication &amp; validation: authentication is not specified in the current project; budget/product inputs should be validated before processing.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System requirements: modern browser and JavaScript/TypeScript-capable environment; current implementation is a web application.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5. Algorithms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34747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DD4BF"/>
                </a:solidFill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EC8D7"/>
                </a:solidFill>
              </a:rPr>
              <a:t>System workflow, algorithms, development approach and data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Workflow: User Input → Product Data → Value Calculation → 0/1 Knapsack → Greedy Comparison → Sorting → Binary Search → Results.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0/1 Knapsack with Dynamic Programming finds the optimized basket; backtracking reveals selected and skipped items.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Merge Sort and Quick Sort organize products; comparisons and run time can be displayed.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Binary Search works on price-sorted products to find the most expensive product within a price limit.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Methodology: modular algorithm implementation with an interactive frontend; algorithm logic is kept in a pure, testable module.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5. Algorithms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34747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DD4BF"/>
                </a:solidFill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EC8D7"/>
                </a:solidFill>
              </a:rPr>
              <a:t>System workflow, algorithms, development approach and data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Workflow: User Input → Product Data → Value Calculation → 0/1 Knapsack → Greedy Comparison → Sorting → Binary Search → Results.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0/1 Knapsack with Dynamic Programming finds the optimized basket; backtracking reveals selected and skipped items.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Merge Sort and Quick Sort organize products; comparisons and run time can be displayed.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Binary Search works on price-sorted products to find the most expensive product within a price limit.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Methodology: modular algorithm implementation with an interactive frontend; algorithm logic is kept in a pure, testable module.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6. Technologies &amp;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34747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DD4BF"/>
                </a:solidFill>
              </a:rP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EC8D7"/>
                </a:solidFill>
              </a:rPr>
              <a:t>Frontend, backend/database status, tools and implementation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Frontend: React + TypeScript + Tailwind CSS.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Algorithm layer: pure, testable module implementing optimization, sorting and searching logic.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Backend: the current project description does not specify a deployed backend; a Python/Flask API is suggested as a future extension.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Database: the current project uses product data in the application; SQLite product storage is suggested as a future extension.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Tools/APIs: the project is deployed as a web application and supports live add/remove product interactions with instant recomputation.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6. Technologies &amp;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34747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DD4BF"/>
                </a:solidFill>
              </a:rP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EC8D7"/>
                </a:solidFill>
              </a:rPr>
              <a:t>Frontend, backend/database status, tools and implementation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Frontend: React + TypeScript + Tailwind CSS.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Algorithm layer: pure, testable module implementing optimization, sorting and searching logic.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Backend: the current project description does not specify a deployed backend; a Python/Flask API is suggested as a future extension.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Database: the current project uses product data in the application; SQLite product storage is suggested as a future extension.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Tools/APIs: the project is deployed as a web application and supports live add/remove product interactions with instant recomputation.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7. Results, Testing &amp;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34747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DD4BF"/>
                </a:solidFill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EC8D7"/>
                </a:solidFill>
              </a:rPr>
              <a:t>Observed outputs, test strategy and algorithmic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Results: the application displays selected products, total value, amount spent and remaining budget.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Testing methods: verify budget limits, product add/remove behavior, optimization metric changes, sorting order and Binary Search price limits.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Performance: 0/1 Knapsack uses O(n·W) time and O(n·W) space in the documented implementation.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Merge Sort: O(n log n) guaranteed; Quick Sort: O(n log n) average and O(n²) worst case.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Binary Search: O(log n) steps versus O(n) for a linear scan on a sorted list.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Output/demo: side-by-side algorithm comparison and step-by-step search help make the decisions explainable.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7. Results, Testing &amp;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34747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DD4BF"/>
                </a:solidFill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EC8D7"/>
                </a:solidFill>
              </a:rPr>
              <a:t>Observed outputs, test strategy and algorithmic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Results: the application displays selected products, total value, amount spent and remaining budget.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Testing methods: verify budget limits, product add/remove behavior, optimization metric changes, sorting order and Binary Search price limits.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Performance: 0/1 Knapsack uses O(n·W) time and O(n·W) space in the documented implementation.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Merge Sort: O(n log n) guaranteed; Quick Sort: O(n log n) average and O(n²) worst case.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Binary Search: O(log n) steps versus O(n) for a linear scan on a sorted list.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Output/demo: side-by-side algorithm comparison and step-by-step search help make the decisions explainable.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8. Conclusion, Future Scope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34747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DD4BF"/>
                </a:solidFill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EC8D7"/>
                </a:solidFill>
              </a:rPr>
              <a:t>Final takeaway and planned extensions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Conclusion: CartWise applies DAA concepts to a practical shopping optimization problem and makes the algorithmic decision process visible.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Future enhancements: multi-budget planning, category constraints, live store data, Python/Flask API, SQLite product storage and richer personalization.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Scalability: separate algorithm modules and a future API/database layer can support larger product datasets and persistent product information.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References / Documentation: project source files and live application; algorithm documentation for 0/1 Knapsack, Merge Sort, Quick Sort and Binary Search.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Final takeaway: CartWise helps users spend within a budget while demonstrating explainable algorithmic optimization.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8. Conclusion, Future Scope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34747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DD4BF"/>
                </a:solidFill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EC8D7"/>
                </a:solidFill>
              </a:rPr>
              <a:t>Final takeaway and planned extensions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Conclusion: CartWise applies DAA concepts to a practical shopping optimization problem and makes the algorithmic decision process visible.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Future enhancements: multi-budget planning, category constraints, live store data, Python/Flask API, SQLite product storage and richer personalization.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Scalability: separate algorithm modules and a future API/database layer can support larger product datasets and persistent product information.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References / Documentation: project source files and live application; algorithm documentation for 0/1 Knapsack, Merge Sort, Quick Sort and Binary Search.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Final takeaway: CartWise helps users spend within a budget while demonstrating explainable algorithmic optimization.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34747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DD4BF"/>
                </a:solidFill>
              </a:rPr>
              <a:t>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EC8D7"/>
                </a:solidFill>
              </a:rPr>
              <a:t>CartWise — every rupee, optimised.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2DD4BF"/>
                </a:solidFill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